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and overview slide. Sets up the business value: days-to-minutes provisioning via ServiceNow + AAP.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3-stage flow then the 8 integration steps AAP orchestrates in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business value: speed, automation, security, and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VM PROVISIONING IN AZURE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121A2B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76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" y="176479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automated, end-to-end VM provisioning in Azure leveraging ServiceNow (frontend) and Ansible Automation Platform (backend) — reducing provisioning time from days to minutes.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111A2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6791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Provisioning Time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377440" y="2606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trike="sngStrike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61188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9BE0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2606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69280" y="2679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request to ready-to-use VM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36576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82219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24128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24128" y="4224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entry point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227832" y="36576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382219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8620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886200" y="4224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build + config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089904" y="365760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121A2B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82219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48272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748272" y="42245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automated steps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PROVISIONING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Self-Service Request to Ready VM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21A2B"/>
          </a:solidFill>
          <a:ln w="12700">
            <a:solidFill>
              <a:srgbClr val="5B9B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2161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188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508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request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approval flow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999232" y="1481328"/>
            <a:ext cx="356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429000" y="10515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21A2B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21615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06240" y="1188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206240" y="1508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Orchestrates build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configuration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879592" y="1481328"/>
            <a:ext cx="356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309360" y="10515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121A2B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21615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1188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086600" y="1508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provisioned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ready to use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48640" y="2514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INFRASTRUCTURE — ORCHESTRATED IN PARALLEL BY AAP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2880360"/>
            <a:ext cx="2075688" cy="1051560"/>
          </a:xfrm>
          <a:prstGeom prst="roundRect">
            <a:avLst>
              <a:gd name="adj" fmla="val 608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08376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" y="338328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Reservation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40080" y="3657600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Infoblox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2679192" y="2880360"/>
            <a:ext cx="2075688" cy="1051560"/>
          </a:xfrm>
          <a:prstGeom prst="roundRect">
            <a:avLst>
              <a:gd name="adj" fmla="val 608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6352" y="3008376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770632" y="338328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Record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2770632" y="3657600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4809744" y="2880360"/>
            <a:ext cx="2075688" cy="1051560"/>
          </a:xfrm>
          <a:prstGeom prst="roundRect">
            <a:avLst>
              <a:gd name="adj" fmla="val 608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3008376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01184" y="338328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Join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901184" y="3657600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6940296" y="2880360"/>
            <a:ext cx="2075688" cy="1051560"/>
          </a:xfrm>
          <a:prstGeom prst="roundRect">
            <a:avLst>
              <a:gd name="adj" fmla="val 608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456" y="3008376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31736" y="338328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Schedule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7031736" y="3657600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auto-assignment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548640" y="3986784"/>
            <a:ext cx="2075688" cy="1051560"/>
          </a:xfrm>
          <a:prstGeom prst="roundRect">
            <a:avLst>
              <a:gd name="adj" fmla="val 608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114800"/>
            <a:ext cx="329184" cy="32918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40080" y="44897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Build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640080" y="4764024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configurations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2679192" y="3986784"/>
            <a:ext cx="2075688" cy="1051560"/>
          </a:xfrm>
          <a:prstGeom prst="roundRect">
            <a:avLst>
              <a:gd name="adj" fmla="val 608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6352" y="4114800"/>
            <a:ext cx="329184" cy="32918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2770632" y="44897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Mgmt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2770632" y="4764024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CyberArk onboarding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4809744" y="3986784"/>
            <a:ext cx="2075688" cy="1051560"/>
          </a:xfrm>
          <a:prstGeom prst="roundRect">
            <a:avLst>
              <a:gd name="adj" fmla="val 608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6904" y="4114800"/>
            <a:ext cx="329184" cy="329184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901184" y="44897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CMDB Entry</a:t>
            </a:r>
            <a:endParaRPr lang="en-US" sz="1100" dirty="0"/>
          </a:p>
        </p:txBody>
      </p:sp>
      <p:sp>
        <p:nvSpPr>
          <p:cNvPr id="46" name="Text 34"/>
          <p:cNvSpPr/>
          <p:nvPr/>
        </p:nvSpPr>
        <p:spPr>
          <a:xfrm>
            <a:off x="4901184" y="4764024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incl. non-discoverable attrs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6940296" y="3986784"/>
            <a:ext cx="2075688" cy="1051560"/>
          </a:xfrm>
          <a:prstGeom prst="roundRect">
            <a:avLst>
              <a:gd name="adj" fmla="val 6087"/>
            </a:avLst>
          </a:prstGeom>
          <a:solidFill>
            <a:srgbClr val="182238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7456" y="4114800"/>
            <a:ext cx="329184" cy="329184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031736" y="44897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Backup</a:t>
            </a:r>
            <a:endParaRPr lang="en-US" sz="1100" dirty="0"/>
          </a:p>
        </p:txBody>
      </p:sp>
      <p:sp>
        <p:nvSpPr>
          <p:cNvPr id="50" name="Text 37"/>
          <p:cNvSpPr/>
          <p:nvPr/>
        </p:nvSpPr>
        <p:spPr>
          <a:xfrm>
            <a:off x="7031736" y="4764024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defaulted 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F0883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161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Minutes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4128" y="150876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requests in ServiceNow are fulfilled by AAP in minutes instead of a multi-day manual ticket process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00600" y="105156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21615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58968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Steps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58968" y="150876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IP, DNS, domain join, patch scheduling, and CMDB entry all happen automatically with no human intervention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24688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5B9B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63347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2587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by Default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24128" y="292608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CyberArk onboarding ensures every new VM has credentials managed and rotated from day one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800600" y="24688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63347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58968" y="2587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Documented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58968" y="292608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CMDB entry captures non-discoverable attributes — no more stale or missing asset records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VM Provisioning in Azure</dc:title>
  <dc:subject>PptxGenJS Presentation</dc:subject>
  <dc:creator>PptxGenJS</dc:creator>
  <cp:lastModifiedBy>PptxGenJS</cp:lastModifiedBy>
  <cp:revision>1</cp:revision>
  <dcterms:created xsi:type="dcterms:W3CDTF">2026-06-30T15:14:51Z</dcterms:created>
  <dcterms:modified xsi:type="dcterms:W3CDTF">2026-06-30T15:14:51Z</dcterms:modified>
</cp:coreProperties>
</file>