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641" y="1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529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end-to-end automated patching workflow built on AAP.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points of manual patching and how AAP solves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stage. Emphasize that AAP orchestrates all 8 steps as a single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key value props and concrete next steps to get this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HAT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Automation Platform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Server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Patching Workflow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Automated Patching via AAP — Azure Snapshot → Screenshot → Patch → Verify → Report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776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Pre-patch backup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6868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51460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397764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1752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&amp; After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1752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6344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97764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6636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 + reboot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16636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Patching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12280" y="38862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3977640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0" y="395935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+ Email report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7315200" y="41788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Tracking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 PATCHING?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for AAP-driven patch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Patching Challenges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during patch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pre-patch snapshots or rollback plan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process across servers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 or patch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stopped/started as wrong user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 after patching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Time-consuming manual reporting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161B22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61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Automation Benefits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846320" y="16916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repeatable process every time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Azure snapshot before patching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user for Tomcat stop/start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verification before &amp; after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patch history tracked in DB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email report on completion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 — fully hands-off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Automated Patching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6072" y="102412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98448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92608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97864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261872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563624" y="1024128"/>
            <a:ext cx="310896" cy="31089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563624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904" y="129844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185416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084832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2249424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551176" y="1024128"/>
            <a:ext cx="310896" cy="310896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551176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456" y="1298448"/>
            <a:ext cx="402336" cy="40233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67712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172968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072384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3236976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538728" y="1024128"/>
            <a:ext cx="310896" cy="310896"/>
          </a:xfrm>
          <a:prstGeom prst="ellipse">
            <a:avLst/>
          </a:prstGeom>
          <a:solidFill>
            <a:srgbClr val="EE0000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38728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1298448"/>
            <a:ext cx="402336" cy="40233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55264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160520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059936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4224528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CC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26280" y="1024128"/>
            <a:ext cx="310896" cy="3108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526280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60" y="1298448"/>
            <a:ext cx="402336" cy="40233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242816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Reboot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5148072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5047488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5212080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5513832" y="1024128"/>
            <a:ext cx="310896" cy="31089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5513832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68112" y="1298448"/>
            <a:ext cx="402336" cy="402336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30368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Tomcat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6135624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6035040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6199632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8B949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501384" y="1024128"/>
            <a:ext cx="310896" cy="310896"/>
          </a:xfrm>
          <a:prstGeom prst="ellipse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501384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298448"/>
            <a:ext cx="402336" cy="402336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217920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7123176" y="1805940"/>
            <a:ext cx="54864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7022592" y="16687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800" dirty="0"/>
          </a:p>
        </p:txBody>
      </p:sp>
      <p:sp>
        <p:nvSpPr>
          <p:cNvPr id="53" name="Shape 44"/>
          <p:cNvSpPr/>
          <p:nvPr/>
        </p:nvSpPr>
        <p:spPr>
          <a:xfrm>
            <a:off x="7187184" y="1188720"/>
            <a:ext cx="914400" cy="1234440"/>
          </a:xfrm>
          <a:prstGeom prst="roundRect">
            <a:avLst>
              <a:gd name="adj" fmla="val 8000"/>
            </a:avLst>
          </a:prstGeom>
          <a:solidFill>
            <a:srgbClr val="1C2128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7488936" y="1024128"/>
            <a:ext cx="310896" cy="310896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7488936" y="1014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216" y="1298448"/>
            <a:ext cx="402336" cy="402336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7205472" y="1755648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274320" y="265176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2743200"/>
            <a:ext cx="274320" cy="274320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749808" y="27157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stages orchestrated by Ansible Automation Platform — single workflow job template with survey-driven inputs</a:t>
            </a:r>
            <a:endParaRPr lang="en-US" sz="1100" dirty="0"/>
          </a:p>
        </p:txBody>
      </p:sp>
      <p:sp>
        <p:nvSpPr>
          <p:cNvPr id="61" name="Text 50"/>
          <p:cNvSpPr/>
          <p:nvPr/>
        </p:nvSpPr>
        <p:spPr>
          <a:xfrm>
            <a:off x="36576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Components:</a:t>
            </a:r>
            <a:endParaRPr lang="en-US" sz="1000" dirty="0"/>
          </a:p>
        </p:txBody>
      </p:sp>
      <p:sp>
        <p:nvSpPr>
          <p:cNvPr id="62" name="Shape 51"/>
          <p:cNvSpPr/>
          <p:nvPr/>
        </p:nvSpPr>
        <p:spPr>
          <a:xfrm>
            <a:off x="27432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</p:spPr>
      </p:sp>
      <p:sp>
        <p:nvSpPr>
          <p:cNvPr id="63" name="Text 52"/>
          <p:cNvSpPr/>
          <p:nvPr/>
        </p:nvSpPr>
        <p:spPr>
          <a:xfrm>
            <a:off x="27432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AAP 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Template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201168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5" name="Text 54"/>
          <p:cNvSpPr/>
          <p:nvPr/>
        </p:nvSpPr>
        <p:spPr>
          <a:xfrm>
            <a:off x="201168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Inputs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374904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7" name="Text 56"/>
          <p:cNvSpPr/>
          <p:nvPr/>
        </p:nvSpPr>
        <p:spPr>
          <a:xfrm>
            <a:off x="374904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(EE)</a:t>
            </a:r>
            <a:endParaRPr lang="en-US" sz="900" dirty="0"/>
          </a:p>
        </p:txBody>
      </p:sp>
      <p:sp>
        <p:nvSpPr>
          <p:cNvPr id="68" name="Shape 57"/>
          <p:cNvSpPr/>
          <p:nvPr/>
        </p:nvSpPr>
        <p:spPr>
          <a:xfrm>
            <a:off x="548640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</p:spPr>
      </p:sp>
      <p:sp>
        <p:nvSpPr>
          <p:cNvPr id="69" name="Text 58"/>
          <p:cNvSpPr/>
          <p:nvPr/>
        </p:nvSpPr>
        <p:spPr>
          <a:xfrm>
            <a:off x="548640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7223760" y="3611880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71" name="Text 60"/>
          <p:cNvSpPr/>
          <p:nvPr/>
        </p:nvSpPr>
        <p:spPr>
          <a:xfrm>
            <a:off x="7223760" y="36118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automated, auditable, repeatable patching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Manual Steps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8-stage pipeline runs fully automated from a single AAP workflow launch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00584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EE000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43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097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Safe to Patch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0" y="141732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snapshot taken before every patch — instant rollback if anything fails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4688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868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Every Time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6868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screenshots confirm the application is healthy post-patch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09160" y="2331720"/>
            <a:ext cx="411480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 w="12700">
            <a:solidFill>
              <a:srgbClr val="F0883E"/>
            </a:solidFill>
            <a:prstDash val="solid"/>
          </a:ln>
          <a:effectLst>
            <a:outerShdw blurRad="1016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4688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2423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88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303520" y="274320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package update tracked in DB with hostname, version, timestamp, job ID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57200" y="4114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Steps: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828800" y="41148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Define inventory groups     2. Configure Azure credentials in AAP     3. Set DB connection string     4. Test on non-prod first     5. Schedule maintenance window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Microsoft Office PowerPoint</Application>
  <PresentationFormat>On-screen Show (16:9)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AAP Automated Patching Workflow</dc:title>
  <dc:subject>PptxGenJS Presentation</dc:subject>
  <dc:creator>PptxGenJS</dc:creator>
  <cp:lastModifiedBy>Jorge Chavez</cp:lastModifiedBy>
  <cp:revision>1</cp:revision>
  <dcterms:created xsi:type="dcterms:W3CDTF">2026-06-29T13:41:45Z</dcterms:created>
  <dcterms:modified xsi:type="dcterms:W3CDTF">2026-06-29T13:43:38Z</dcterms:modified>
</cp:coreProperties>
</file>