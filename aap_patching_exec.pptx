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641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529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end-to-end automated patching workflow built on AAP.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pain points of manual patching and how AAP solves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stage. Emphasize that AAP orchestrates all 8 steps as a single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key value props and concrete next steps to get this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Automation Platform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Server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Patching Workflow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Automated Patching via AAP — Azure Snapshot → Screenshot → Patch → Verify → Report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776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3959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Pre-patch backup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6868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Snapshot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1460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39776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17520" y="3959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&amp; After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1752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66344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97764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66360" y="3959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dnf + reboot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16636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Patching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81228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39776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3959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Email report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31520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Tracking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AUTOMATE PATCHING?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for AAP-driven patch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61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Patching Challenges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 during patch steps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pre-patch snapshots or rollback plan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process across servers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 or patch history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stopped/started as wrong user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 after patching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 manual reporting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261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Automation Benefits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46320" y="16916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repeatable process every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Azure snapshot before patching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user for Tomcat stop/start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verification before &amp; after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patch history tracked in DB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email report on completion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steps — fully hands-off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8-Stage Automated Patching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024128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9844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97864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261872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563624" y="1024128"/>
            <a:ext cx="310896" cy="31089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63624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4" y="129844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185416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084832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2249424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51176" y="1024128"/>
            <a:ext cx="310896" cy="3108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551176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456" y="1298448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267712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172968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072384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3236976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EE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538728" y="1024128"/>
            <a:ext cx="310896" cy="310896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538728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1298448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255264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160520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059936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4224528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CC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26280" y="1024128"/>
            <a:ext cx="310896" cy="31089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526280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1298448"/>
            <a:ext cx="402336" cy="40233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242816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5148072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047488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5212080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5513832" y="1024128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513832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8112" y="1298448"/>
            <a:ext cx="402336" cy="40233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230368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6135624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035040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6199632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501384" y="1024128"/>
            <a:ext cx="310896" cy="31089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501384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1298448"/>
            <a:ext cx="402336" cy="402336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217920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7123176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7022592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7187184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7488936" y="1024128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7488936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3216" y="1298448"/>
            <a:ext cx="402336" cy="402336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7205472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274320" y="265176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43200"/>
            <a:ext cx="274320" cy="274320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749808" y="27157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stages orchestrated by Ansible Automation Platform — single workflow job template with survey-driven inputs</a:t>
            </a:r>
            <a:endParaRPr lang="en-US" sz="1100" dirty="0"/>
          </a:p>
        </p:txBody>
      </p:sp>
      <p:sp>
        <p:nvSpPr>
          <p:cNvPr id="61" name="Text 50"/>
          <p:cNvSpPr/>
          <p:nvPr/>
        </p:nvSpPr>
        <p:spPr>
          <a:xfrm>
            <a:off x="3657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Components:</a:t>
            </a:r>
            <a:endParaRPr lang="en-US" sz="1000" dirty="0"/>
          </a:p>
        </p:txBody>
      </p:sp>
      <p:sp>
        <p:nvSpPr>
          <p:cNvPr id="62" name="Shape 51"/>
          <p:cNvSpPr/>
          <p:nvPr/>
        </p:nvSpPr>
        <p:spPr>
          <a:xfrm>
            <a:off x="27432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63" name="Text 52"/>
          <p:cNvSpPr/>
          <p:nvPr/>
        </p:nvSpPr>
        <p:spPr>
          <a:xfrm>
            <a:off x="27432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Workflow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Template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201168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5" name="Text 54"/>
          <p:cNvSpPr/>
          <p:nvPr/>
        </p:nvSpPr>
        <p:spPr>
          <a:xfrm>
            <a:off x="201168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Inputs</a:t>
            </a:r>
            <a:endParaRPr lang="en-US" sz="900" dirty="0"/>
          </a:p>
        </p:txBody>
      </p:sp>
      <p:sp>
        <p:nvSpPr>
          <p:cNvPr id="66" name="Shape 55"/>
          <p:cNvSpPr/>
          <p:nvPr/>
        </p:nvSpPr>
        <p:spPr>
          <a:xfrm>
            <a:off x="374904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7" name="Text 56"/>
          <p:cNvSpPr/>
          <p:nvPr/>
        </p:nvSpPr>
        <p:spPr>
          <a:xfrm>
            <a:off x="374904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(EE)</a:t>
            </a:r>
            <a:endParaRPr lang="en-US" sz="900" dirty="0"/>
          </a:p>
        </p:txBody>
      </p:sp>
      <p:sp>
        <p:nvSpPr>
          <p:cNvPr id="68" name="Shape 57"/>
          <p:cNvSpPr/>
          <p:nvPr/>
        </p:nvSpPr>
        <p:spPr>
          <a:xfrm>
            <a:off x="548640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9" name="Text 58"/>
          <p:cNvSpPr/>
          <p:nvPr/>
        </p:nvSpPr>
        <p:spPr>
          <a:xfrm>
            <a:off x="548640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722376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722376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automated, auditable, repeatable patching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Steps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1417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8-stage pipeline runs fully automated from a single AAP workflow launch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EE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43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Safe to Patch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03520" y="1417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snapshot taken before every patch — instant rollback if anything fails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23317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4688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Every Time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68680" y="2743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screenshots confirm the application is healthy post-patch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09160" y="23317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4688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03520" y="2743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package update tracked in DB with hostname, version, timestamp, job ID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828800" y="41148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Define inventory groups     2. Configure Azure credentials in AAP     3. Set DB connection string     4. Test on non-prod first     5. Schedule maintenance window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Microsoft Office PowerPoint</Application>
  <PresentationFormat>On-screen Show (16:9)</PresentationFormat>
  <Paragraphs>225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AAP Automated Patching Workflow</dc:title>
  <dc:subject>PptxGenJS Presentation</dc:subject>
  <dc:creator>PptxGenJS</dc:creator>
  <cp:lastModifiedBy>Jorge Chavez</cp:lastModifiedBy>
  <cp:revision>1</cp:revision>
  <dcterms:created xsi:type="dcterms:W3CDTF">2026-06-29T13:41:45Z</dcterms:created>
  <dcterms:modified xsi:type="dcterms:W3CDTF">2026-06-29T13:43:38Z</dcterms:modified>
</cp:coreProperties>
</file>