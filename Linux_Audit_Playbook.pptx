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Linux Audit Playbook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Ansible Automation Platform — survey-driven audit execution across the fleet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273472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148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Purpose: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playbook that runs arbitrary, ad-hoc audit commands across any inventory group — no need to write a new playbook for every audit request.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34290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AAP Survey Input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supply the command(s) to run and a dynamic inventory at launch time — no code changes needed per request.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53712" y="34290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Fleet-Wide Execution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53712" y="38404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against RHEL, Ubuntu, and SUSE hosts alike via the standard inventory, returning per-host results.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01584" y="3246120"/>
            <a:ext cx="350215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0184" y="3429000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Output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30184" y="3840480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stdout/rc per host for downstream reporting, review, or compliance evidence.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via Survey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enters a dynamic inventory (passed in as survey input) and the audit command(s) at job launch.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2112" y="1668780"/>
            <a:ext cx="1737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Across Hosts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383280" y="2468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 executes the command(s) on every host in the selected group in parallel.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016752" y="1668780"/>
            <a:ext cx="1737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Results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217920" y="2468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Output, return codes, and any errors are gathered per host into a single job result set.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851392" y="1668780"/>
            <a:ext cx="173736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14173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052560" y="20574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Reuse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052560" y="2468880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reviewed in AAP job output or exported downstream — same playbook used for the next audit.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3959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68680" y="4297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once, reused for every audit request — replaces one-off scripts with a governed, logged, repeatable workflow that any team member can launch through AAP.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37947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F4F7FE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3959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Guardrail: Safe Command List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429768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input is checked against an approved allow-list of read-only audit commands — the playbook rejects anything outside it, so operators can't accidentally run destructive or out-of-scope commands fleet-wide.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Audit Playbook</dc:title>
  <dc:subject>PptxGenJS Presentation</dc:subject>
  <dc:creator>Jorge Chavez</dc:creator>
  <cp:lastModifiedBy>Jorge Chavez</cp:lastModifiedBy>
  <cp:revision>1</cp:revision>
  <dcterms:created xsi:type="dcterms:W3CDTF">2026-07-01T13:39:27Z</dcterms:created>
  <dcterms:modified xsi:type="dcterms:W3CDTF">2026-07-01T13:39:27Z</dcterms:modified>
</cp:coreProperties>
</file>